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3FA8569-37E1-4999-84A4-42DE0C2A1F1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Boston_Shooting_Triage_Dashboard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B51C0F8-9E79-4622-8C46-3DCFA4B5FBE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4/11/2026 2:42:58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I Forensic Triage Tool – Boston Shooting Risk Map" id="2" name="slide2">
            <a:extLst>
              <a:ext uri="{FF2B5EF4-FFF2-40B4-BE49-F238E27FC236}">
                <a16:creationId xmlns:a16="http://schemas.microsoft.com/office/drawing/2014/main" id="{06980624-D376-4D3B-91A1-5149EE474F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42" y="0"/>
            <a:ext cx="11266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2026-04-11T06:42:59Z</dcterms:created>
  <dcterms:modified xsi:type="dcterms:W3CDTF">2026-04-11T06:42:59Z</dcterms:modified>
</cp:coreProperties>
</file>